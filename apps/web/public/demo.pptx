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Kortix PPTX Viewer Demo</a:t>
            </a:r>
          </a:p>
          <a:p>
            <a:pPr algn="ctr">
              <a:defRPr sz="2000">
                <a:solidFill>
                  <a:srgbClr val="888888"/>
                </a:solidFill>
              </a:defRPr>
            </a:pPr>
            <a:r>
              <a:t>Powered by @extend-ai/react-pptx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What the new library gives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DDDDD"/>
                </a:solidFill>
              </a:defRPr>
            </a:pPr>
            <a:r>
              <a:t>• Continuous scroll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DDDDD"/>
                </a:solidFill>
              </a:defRPr>
            </a:pPr>
            <a:r>
              <a:t>• Virtualized filmstrip thumbnails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DDDDD"/>
                </a:solidFill>
              </a:defRPr>
            </a:pPr>
            <a:r>
              <a:t>• Zoom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59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DDDDD"/>
                </a:solidFill>
              </a:defRPr>
            </a:pPr>
            <a:r>
              <a:t>• Search across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DDDDD"/>
                </a:solidFill>
              </a:defRPr>
            </a:pPr>
            <a:r>
              <a:t>• Light/dark theme auto-follow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DDDDD"/>
                </a:solidFill>
              </a:defRPr>
            </a:pPr>
            <a:r>
              <a:t>• Legacy .ppt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Migration Stats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AAFF"/>
                </a:solidFill>
              </a:defRPr>
            </a:pPr>
            <a:r>
              <a:t>Old deps removed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pptx-react-viewer, pptx-viewer-core, i18next, react-i18next, fast-xml-parser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AAFF"/>
                </a:solidFill>
              </a:defRPr>
            </a:pPr>
            <a:r>
              <a:t>Lines of code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324 removed, 148 added (net -176)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AAFF"/>
                </a:solidFill>
              </a:defRPr>
            </a:pPr>
            <a:r>
              <a:t>Files changed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9 files across renderer, styles, WASM, and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59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66AAFF"/>
                </a:solidFill>
              </a:defRPr>
            </a:pPr>
            <a:r>
              <a:t>Library</a:t>
            </a:r>
          </a:p>
          <a:p>
            <a:pPr>
              <a:defRPr sz="1800">
                <a:solidFill>
                  <a:srgbClr val="CCCCCC"/>
                </a:solidFill>
              </a:defRPr>
            </a:pPr>
            <a:r>
              <a:t>@extend-ai/react-pptx v0.1.2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solidFill>
                  <a:srgbClr val="FFFFFF"/>
                </a:solidFill>
              </a:defRPr>
            </a:pPr>
            <a:r>
              <a:t>✨ Done</a:t>
            </a:r>
          </a:p>
          <a:p>
            <a:pPr algn="ctr">
              <a:defRPr sz="2000">
                <a:solidFill>
                  <a:srgbClr val="888888"/>
                </a:solidFill>
              </a:defRPr>
            </a:pPr>
            <a:r>
              <a:t>Slides, thumbnails, zoom, search — all working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